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14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8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45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31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94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4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87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2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04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50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537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35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81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326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541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4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BC23D-C907-4A5E-89CD-89AEF7046D68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C0130F2-8EBD-4BAD-B59A-86112B7D7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31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5BCB-7C7A-432F-8A87-CA11DF929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609599"/>
            <a:ext cx="9035877" cy="20313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roduct Review Report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Maps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598E3-C7E3-43D1-9C2F-6EDCBE10A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825" y="4486275"/>
            <a:ext cx="6696075" cy="1555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NAME:PAVIVARCHINI</a:t>
            </a:r>
          </a:p>
          <a:p>
            <a:pPr marL="0" indent="0">
              <a:buNone/>
            </a:pPr>
            <a:r>
              <a:rPr lang="en-IN" dirty="0"/>
              <a:t>DEPARTMENT:CCE</a:t>
            </a:r>
          </a:p>
          <a:p>
            <a:pPr marL="0" indent="0">
              <a:buNone/>
            </a:pPr>
            <a:r>
              <a:rPr lang="en-IN" dirty="0"/>
              <a:t>REGISTER NUMBER:922525118039</a:t>
            </a:r>
          </a:p>
        </p:txBody>
      </p:sp>
    </p:spTree>
    <p:extLst>
      <p:ext uri="{BB962C8B-B14F-4D97-AF65-F5344CB8AC3E}">
        <p14:creationId xmlns:p14="http://schemas.microsoft.com/office/powerpoint/2010/main" val="306446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8864-E3F3-4937-82A7-8E480254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086350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Introduction</a:t>
            </a:r>
            <a:br>
              <a:rPr lang="en-US" b="1" dirty="0"/>
            </a:br>
            <a:br>
              <a:rPr lang="en-US" b="1" dirty="0"/>
            </a:b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Google Maps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is a navigation and mapping application developed by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Google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It helps users find locations, directions, and nearby places.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It is widely used for travel and navigation.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6876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D498-D59B-4001-80FB-557DDAA7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619125"/>
            <a:ext cx="7562850" cy="5200650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Purpose of the App</a:t>
            </a:r>
            <a:br>
              <a:rPr lang="en-US" b="1" dirty="0"/>
            </a:br>
            <a:br>
              <a:rPr lang="en-US" b="1" dirty="0"/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main purpose of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Google Maps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is :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find locations easily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provide navigation and directions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show nearby places like hotels, hospitals, and             shops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help users travel safely and quickly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ED2D1-9D8E-49FB-90ED-3AF9DDC1B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0"/>
            <a:ext cx="4784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558C-5D0E-4490-AFF5-35DA9761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05" y="152399"/>
            <a:ext cx="8596668" cy="5519057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Key Features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Important features of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Google Maps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GPS navigation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Real-time traffic updates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Location search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Street view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Nearby places suggestions</a:t>
            </a:r>
          </a:p>
        </p:txBody>
      </p:sp>
    </p:spTree>
    <p:extLst>
      <p:ext uri="{BB962C8B-B14F-4D97-AF65-F5344CB8AC3E}">
        <p14:creationId xmlns:p14="http://schemas.microsoft.com/office/powerpoint/2010/main" val="259174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ADDE-4AD7-46B9-B18B-48586977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05" y="304799"/>
            <a:ext cx="8596668" cy="4386943"/>
          </a:xfrm>
        </p:spPr>
        <p:txBody>
          <a:bodyPr/>
          <a:lstStyle/>
          <a:p>
            <a:br>
              <a:rPr lang="en-US" dirty="0"/>
            </a:b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Usage Analysis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Users can: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Search for any location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Get driving, walking, or bus directions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Check traffic conditions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Save favorite locations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B0021-7E8C-4FD4-BCBE-60C05FD2B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769" y="0"/>
            <a:ext cx="3165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01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3545-A708-4CCA-AA2D-A82CFF06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5007429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Benefits</a:t>
            </a:r>
            <a:br>
              <a:rPr lang="en-US" b="1" dirty="0"/>
            </a:br>
            <a:br>
              <a:rPr lang="en-US" b="1" dirty="0"/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Benefit of using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Google Maps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Easy to use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Accurate directions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Saves time while traveling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Helpful for tourists and drivers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895C2-AE96-4362-8603-9278A98D3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769" y="0"/>
            <a:ext cx="3165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19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A5CD-1416-45EF-8AA8-AC7BC5CC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76" y="304800"/>
            <a:ext cx="8596668" cy="58238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Advantages &amp; Limitations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Advantages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Free to use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Real-time navigation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Available on most smartphones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Limitations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Requires internet connection</a:t>
            </a:r>
            <a:br>
              <a:rPr lang="en-US" sz="27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Consumes phone battery</a:t>
            </a:r>
            <a:br>
              <a:rPr lang="en-US" sz="27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Sometimes GPS may be inaccurate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772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7EE-3D29-4112-9744-69B812AB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6605209" cy="4942115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Data Insights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Used by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millions of people worldwide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Available on Android and iOS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Regular updates improve accuracy and features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E51EBB-7E0C-407E-B699-40E1D861C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543" y="0"/>
            <a:ext cx="4147457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F03A-408F-4C22-A28C-8D304E25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01831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Conclusion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Overall, 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</a:rPr>
              <a:t>Google Maps</a:t>
            </a: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 is a very useful navigation app.</a:t>
            </a:r>
            <a:br>
              <a:rPr lang="en-US" sz="27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It helps users find places quickly and travel easily.</a:t>
            </a:r>
            <a:br>
              <a:rPr lang="en-US" sz="27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27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</a:rPr>
              <a:t>Rating:</a:t>
            </a: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700" dirty="0">
                <a:solidFill>
                  <a:srgbClr val="FFC000"/>
                </a:solidFill>
              </a:rPr>
              <a:t>⭐⭐⭐⭐</a:t>
            </a: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 4/5</a:t>
            </a:r>
            <a:br>
              <a:rPr lang="en-US" sz="27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27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</a:rPr>
              <a:t>Recommendation:</a:t>
            </a:r>
            <a:r>
              <a:rPr lang="en-US" sz="2700" dirty="0">
                <a:solidFill>
                  <a:schemeClr val="accent2">
                    <a:lumMod val="50000"/>
                  </a:schemeClr>
                </a:solidFill>
              </a:rPr>
              <a:t> Best for travelers, drivers, and daily commuters.</a:t>
            </a:r>
            <a:br>
              <a:rPr lang="en-US" sz="2700" dirty="0"/>
            </a:b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7885064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296</Words>
  <Application>Microsoft Office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Product Review Report Product: Google Maps  </vt:lpstr>
      <vt:lpstr>Introduction  Google Maps is a navigation and mapping application developed by Google.  It helps users find locations, directions, and nearby places. It is widely used for travel and navigation. </vt:lpstr>
      <vt:lpstr>Purpose of the App  The main purpose of Google Maps is : To find locations easily To provide navigation and directions To show nearby places like hotels, hospitals, and             shops To help users travel safely and quickly</vt:lpstr>
      <vt:lpstr>Key Features  Important features of Google Maps: GPS navigation Real-time traffic updates Location search Street view Nearby places suggestions</vt:lpstr>
      <vt:lpstr> Usage Analysis  Users can: Search for any location Get driving, walking, or bus directions Check traffic conditions Save favorite locations</vt:lpstr>
      <vt:lpstr>Benefits  Benefit of using Google Maps: Easy to use Accurate directions Saves time while traveling Helpful for tourists and drivers </vt:lpstr>
      <vt:lpstr>Advantages &amp; Limitations  Advantages Free to use Real-time navigation Available on most smartphones  Limitations Requires internet connection Consumes phone battery Sometimes GPS may be inaccurate </vt:lpstr>
      <vt:lpstr>Data Insights  Used by millions of people worldwide Available on Android and iOS Regular updates improve accuracy and features </vt:lpstr>
      <vt:lpstr>Conclusion  Overall, Google Maps is a very useful navigation app. It helps users find places quickly and travel easily.  Rating: ⭐⭐⭐⭐ 4/5  Recommendation: Best for travelers, drivers, and daily commuters.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Review Report Product: Google Maps</dc:title>
  <dc:creator>DELL</dc:creator>
  <cp:lastModifiedBy>DELL</cp:lastModifiedBy>
  <cp:revision>4</cp:revision>
  <dcterms:created xsi:type="dcterms:W3CDTF">2026-03-20T09:19:23Z</dcterms:created>
  <dcterms:modified xsi:type="dcterms:W3CDTF">2026-03-20T09:55:09Z</dcterms:modified>
</cp:coreProperties>
</file>